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5" autoAdjust="0"/>
    <p:restoredTop sz="94660"/>
  </p:normalViewPr>
  <p:slideViewPr>
    <p:cSldViewPr snapToGrid="0">
      <p:cViewPr>
        <p:scale>
          <a:sx n="75" d="100"/>
          <a:sy n="75" d="100"/>
        </p:scale>
        <p:origin x="45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EEE65F-229F-4E1A-958F-6B73B76178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6DD8E28-ABEC-4B50-9C82-5B020C461C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49C906-F832-4279-9056-C36C5AA2F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B4BDE-F2D2-4095-90AE-5AA2C7A0DAE2}" type="datetimeFigureOut">
              <a:rPr lang="ko-KR" altLang="en-US" smtClean="0"/>
              <a:t>2020-10-16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2F2527-6F2F-4088-AE0D-8AED36688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626866-C35C-40D5-A430-AE69A2E03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365C-6BD8-49F3-B8E5-92D5734E28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2353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72082E-AF97-448D-A145-46FF7EBB8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A1A5BC-9B18-4DBA-A1E8-CDF722B0B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4ABFCE-BA48-49A1-BAAE-093F91378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B4BDE-F2D2-4095-90AE-5AA2C7A0DAE2}" type="datetimeFigureOut">
              <a:rPr lang="ko-KR" altLang="en-US" smtClean="0"/>
              <a:t>2020-10-16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E8D72D-0742-4DF9-ACA5-E6DF6CCD1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F83965-7E6D-4821-B89A-DA3E7B8B8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365C-6BD8-49F3-B8E5-92D5734E28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749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19BBEA-3CC4-440B-BD04-885E9DC0F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A12117-D530-429F-B69B-22A4BD859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B802CC-B21B-4E39-8257-C58B470D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B4BDE-F2D2-4095-90AE-5AA2C7A0DAE2}" type="datetimeFigureOut">
              <a:rPr lang="ko-KR" altLang="en-US" smtClean="0"/>
              <a:t>2020-10-16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554CF-0728-4EE9-A994-417353D58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FF5EB6-BA5B-4A14-A944-51FE4FFF1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365C-6BD8-49F3-B8E5-92D5734E28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5193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FBF0B2-9A2A-44E6-A5B9-7196DA72C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8C3990-D10D-4D57-8F0C-6CB477BA55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B30608-2F1F-4A62-B298-E60D1ABD4E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DCD04B-402C-489E-B43C-FF85581AD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B4BDE-F2D2-4095-90AE-5AA2C7A0DAE2}" type="datetimeFigureOut">
              <a:rPr lang="ko-KR" altLang="en-US" smtClean="0"/>
              <a:t>2020-10-16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0B9D91-ED49-41BE-A822-8B87ED254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103DB9-7271-4DF3-BDDD-035CBE6E0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365C-6BD8-49F3-B8E5-92D5734E28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91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3AF988-B994-42DE-8979-234BE3FB2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4D3572-62D0-4D56-99FD-CD52A34D2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D49DFD-66B2-4C36-9004-B2225714E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312D7B0-BE8F-40CB-B03A-A9124B1423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F2D92A0-CA82-46C0-A4DA-64C572372B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003271D-CE64-4177-980B-1FBEFB922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B4BDE-F2D2-4095-90AE-5AA2C7A0DAE2}" type="datetimeFigureOut">
              <a:rPr lang="ko-KR" altLang="en-US" smtClean="0"/>
              <a:t>2020-10-16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B73E14-44F3-43BF-BB98-0BCEB2DD7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A8361D8-1274-4CE8-9F76-3AD7E24B8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365C-6BD8-49F3-B8E5-92D5734E28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732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C2AA53-9FE2-4388-9CA4-3410E5947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C31CDBE-2461-4196-AA89-B3BB6B459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B4BDE-F2D2-4095-90AE-5AA2C7A0DAE2}" type="datetimeFigureOut">
              <a:rPr lang="ko-KR" altLang="en-US" smtClean="0"/>
              <a:t>2020-10-16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18E8008-9DAB-47B8-BC13-7A2505C37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D6285B-C018-4037-87B8-4FFFAC531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365C-6BD8-49F3-B8E5-92D5734E28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636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8648FE-48B3-4733-8096-6283E3DD1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B4BDE-F2D2-4095-90AE-5AA2C7A0DAE2}" type="datetimeFigureOut">
              <a:rPr lang="ko-KR" altLang="en-US" smtClean="0"/>
              <a:t>2020-10-16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DE828E-7AA2-4202-A4FF-B9FDA6696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346CDC-868C-4FAA-87DB-EC97CD5E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365C-6BD8-49F3-B8E5-92D5734E28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62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34487B-7CB0-475D-AE38-611B4EA89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F8FAE6-D153-4FE0-989A-EDBF01221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ABCE6BD-6AAC-488D-B60F-70EC1B0A13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00387B-9B68-4B54-BD67-57CCF8991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B4BDE-F2D2-4095-90AE-5AA2C7A0DAE2}" type="datetimeFigureOut">
              <a:rPr lang="ko-KR" altLang="en-US" smtClean="0"/>
              <a:t>2020-10-16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ADCC485-F917-4B6B-B224-D51C68943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52DA62-CB3E-4684-B14E-ADD93C06C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365C-6BD8-49F3-B8E5-92D5734E28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284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DC7E29-D586-4280-A493-4E6CFE224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9064A93-804B-4D55-9CDD-6FC7CBA6C2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363D7D-0203-4788-A488-648ADAF44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A91543-BD98-4184-864F-F944DC469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B4BDE-F2D2-4095-90AE-5AA2C7A0DAE2}" type="datetimeFigureOut">
              <a:rPr lang="ko-KR" altLang="en-US" smtClean="0"/>
              <a:t>2020-10-16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37C06D-4C7F-4A12-AFCC-D39E7DC7C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62FE33-3412-46AF-81E4-740766A55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365C-6BD8-49F3-B8E5-92D5734E28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5788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7A1284-4729-4AF3-87FE-7CEC4ED28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EA57EE7-5732-4CB1-89C6-909AF3403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1BFB30-B490-47F7-ACF8-DD6D8582E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B4BDE-F2D2-4095-90AE-5AA2C7A0DAE2}" type="datetimeFigureOut">
              <a:rPr lang="ko-KR" altLang="en-US" smtClean="0"/>
              <a:t>2020-10-16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1C320E-7081-4E0B-ADFA-34BC1CD55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822E4B-D769-4F8B-891A-F4EE73438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365C-6BD8-49F3-B8E5-92D5734E28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5767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87C1E52-E763-4184-A726-63B8AB7E4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026CFF-F65B-4EF8-B55E-101F067212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344866-42C2-4A5D-A228-0C1875CA1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B4BDE-F2D2-4095-90AE-5AA2C7A0DAE2}" type="datetimeFigureOut">
              <a:rPr lang="ko-KR" altLang="en-US" smtClean="0"/>
              <a:t>2020-10-16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40D58A-280B-4307-9FA5-78F7C23E5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654D15-B4CD-498E-B51E-7EA4F110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365C-6BD8-49F3-B8E5-92D5734E28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179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0B12F43-DC41-4FDC-9954-84C87A5F8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B55608-FB02-48D8-98E4-A3FC0683D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4BA60A-6E63-452C-8E39-E481485CB6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5B4BDE-F2D2-4095-90AE-5AA2C7A0DAE2}" type="datetimeFigureOut">
              <a:rPr lang="ko-KR" altLang="en-US" smtClean="0"/>
              <a:t>2020-10-16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28074A-8E1F-48A3-814F-798D6270EC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090D60-9831-422F-AA0B-74612B841E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B4365C-6BD8-49F3-B8E5-92D5734E28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3645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C251B11-F377-473F-A779-A33928FD8F2C}"/>
              </a:ext>
            </a:extLst>
          </p:cNvPr>
          <p:cNvSpPr/>
          <p:nvPr/>
        </p:nvSpPr>
        <p:spPr>
          <a:xfrm>
            <a:off x="1283109" y="2824316"/>
            <a:ext cx="2271251" cy="120936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</a:rPr>
              <a:t>t1 task</a:t>
            </a:r>
            <a:endParaRPr lang="ko-KR" altLang="en-US" sz="3200" b="1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EBFB385-9246-4C16-81B4-2277F7810085}"/>
              </a:ext>
            </a:extLst>
          </p:cNvPr>
          <p:cNvSpPr/>
          <p:nvPr/>
        </p:nvSpPr>
        <p:spPr>
          <a:xfrm>
            <a:off x="4798141" y="2824316"/>
            <a:ext cx="2271251" cy="120936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</a:rPr>
              <a:t>t2 task</a:t>
            </a:r>
            <a:endParaRPr lang="ko-KR" alt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A7DEAD-185B-43F4-B06F-D9AA30D0904A}"/>
              </a:ext>
            </a:extLst>
          </p:cNvPr>
          <p:cNvSpPr/>
          <p:nvPr/>
        </p:nvSpPr>
        <p:spPr>
          <a:xfrm>
            <a:off x="8313173" y="2824316"/>
            <a:ext cx="2271251" cy="120936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</a:rPr>
              <a:t>t3 task</a:t>
            </a:r>
            <a:endParaRPr lang="ko-KR" altLang="en-US" sz="3200" b="1" dirty="0">
              <a:solidFill>
                <a:schemeClr val="tx1"/>
              </a:solidFill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AA1CF08A-8E31-4022-9A4E-103AA3EAD128}"/>
              </a:ext>
            </a:extLst>
          </p:cNvPr>
          <p:cNvSpPr/>
          <p:nvPr/>
        </p:nvSpPr>
        <p:spPr>
          <a:xfrm flipH="1">
            <a:off x="3635476" y="3163529"/>
            <a:ext cx="1081547" cy="494071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32A2F9AD-FF24-467E-819C-2E5A019FA56C}"/>
              </a:ext>
            </a:extLst>
          </p:cNvPr>
          <p:cNvSpPr/>
          <p:nvPr/>
        </p:nvSpPr>
        <p:spPr>
          <a:xfrm flipH="1">
            <a:off x="7150509" y="3163529"/>
            <a:ext cx="1081547" cy="494071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말풍선: 모서리가 둥근 사각형 13">
            <a:extLst>
              <a:ext uri="{FF2B5EF4-FFF2-40B4-BE49-F238E27FC236}">
                <a16:creationId xmlns:a16="http://schemas.microsoft.com/office/drawing/2014/main" id="{EB148C67-28AC-4F01-B611-D73333B7215E}"/>
              </a:ext>
            </a:extLst>
          </p:cNvPr>
          <p:cNvSpPr/>
          <p:nvPr/>
        </p:nvSpPr>
        <p:spPr>
          <a:xfrm>
            <a:off x="3175993" y="174171"/>
            <a:ext cx="2920007" cy="2527300"/>
          </a:xfrm>
          <a:prstGeom prst="wedgeRoundRectCallout">
            <a:avLst>
              <a:gd name="adj1" fmla="val -15221"/>
              <a:gd name="adj2" fmla="val 65000"/>
              <a:gd name="adj3" fmla="val 16667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u="sng" dirty="0">
                <a:solidFill>
                  <a:schemeClr val="tx1"/>
                </a:solidFill>
              </a:rPr>
              <a:t>t2 depends on t1</a:t>
            </a:r>
          </a:p>
          <a:p>
            <a:pPr algn="ctr"/>
            <a:endParaRPr lang="en-US" altLang="ko-KR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chemeClr val="tx1"/>
                </a:solidFill>
              </a:rPr>
              <a:t>using function</a:t>
            </a:r>
          </a:p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t1.set_downstream(t2)</a:t>
            </a:r>
          </a:p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t2.set_upstream(t1)</a:t>
            </a:r>
            <a:br>
              <a:rPr lang="en-US" altLang="ko-KR" sz="1600" dirty="0">
                <a:solidFill>
                  <a:schemeClr val="tx1"/>
                </a:solidFill>
              </a:rPr>
            </a:br>
            <a:endParaRPr lang="en-US" altLang="ko-KR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chemeClr val="tx1"/>
                </a:solidFill>
              </a:rPr>
              <a:t>using bit shift operator</a:t>
            </a:r>
          </a:p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t1 &gt;&gt; t2</a:t>
            </a:r>
          </a:p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t2 &lt;&lt; t1</a:t>
            </a:r>
            <a:endParaRPr lang="en-US" altLang="ko-KR" sz="2000" dirty="0">
              <a:solidFill>
                <a:schemeClr val="tx1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C434478-FCC7-40BE-8348-4B7B91474335}"/>
              </a:ext>
            </a:extLst>
          </p:cNvPr>
          <p:cNvGrpSpPr/>
          <p:nvPr/>
        </p:nvGrpSpPr>
        <p:grpSpPr>
          <a:xfrm>
            <a:off x="4046229" y="4330700"/>
            <a:ext cx="3522972" cy="901700"/>
            <a:chOff x="4276725" y="4330700"/>
            <a:chExt cx="3117044" cy="2527300"/>
          </a:xfrm>
        </p:grpSpPr>
        <p:sp>
          <p:nvSpPr>
            <p:cNvPr id="16" name="말풍선: 모서리가 둥근 사각형 15">
              <a:extLst>
                <a:ext uri="{FF2B5EF4-FFF2-40B4-BE49-F238E27FC236}">
                  <a16:creationId xmlns:a16="http://schemas.microsoft.com/office/drawing/2014/main" id="{FBAAC695-E703-464C-93B3-965B84CCE1E4}"/>
                </a:ext>
              </a:extLst>
            </p:cNvPr>
            <p:cNvSpPr/>
            <p:nvPr/>
          </p:nvSpPr>
          <p:spPr>
            <a:xfrm>
              <a:off x="4473762" y="4330700"/>
              <a:ext cx="2920007" cy="2527300"/>
            </a:xfrm>
            <a:prstGeom prst="wedgeRoundRectCallout">
              <a:avLst>
                <a:gd name="adj1" fmla="val -65921"/>
                <a:gd name="adj2" fmla="val -60772"/>
                <a:gd name="adj3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tx1"/>
                  </a:solidFill>
                </a:rPr>
                <a:t>mm</a:t>
              </a:r>
            </a:p>
          </p:txBody>
        </p:sp>
        <p:sp>
          <p:nvSpPr>
            <p:cNvPr id="18" name="말풍선: 모서리가 둥근 사각형 17">
              <a:extLst>
                <a:ext uri="{FF2B5EF4-FFF2-40B4-BE49-F238E27FC236}">
                  <a16:creationId xmlns:a16="http://schemas.microsoft.com/office/drawing/2014/main" id="{D7D3AC89-00A5-4612-95B6-0242E779CA4E}"/>
                </a:ext>
              </a:extLst>
            </p:cNvPr>
            <p:cNvSpPr/>
            <p:nvPr/>
          </p:nvSpPr>
          <p:spPr>
            <a:xfrm flipH="1">
              <a:off x="4472473" y="4330700"/>
              <a:ext cx="2920007" cy="2527300"/>
            </a:xfrm>
            <a:prstGeom prst="wedgeRoundRectCallout">
              <a:avLst>
                <a:gd name="adj1" fmla="val -65921"/>
                <a:gd name="adj2" fmla="val -60772"/>
                <a:gd name="adj3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u="sng" dirty="0">
                  <a:solidFill>
                    <a:schemeClr val="tx1"/>
                  </a:solidFill>
                </a:rPr>
                <a:t>Multiple dependencies</a:t>
              </a:r>
            </a:p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t1 &gt;&gt; t2 &gt;&gt; t3</a:t>
              </a:r>
            </a:p>
          </p:txBody>
        </p: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73D47A73-7015-45A8-BABE-BF5A7BDBBE4E}"/>
                </a:ext>
              </a:extLst>
            </p:cNvPr>
            <p:cNvCxnSpPr>
              <a:cxnSpLocks/>
            </p:cNvCxnSpPr>
            <p:nvPr/>
          </p:nvCxnSpPr>
          <p:spPr>
            <a:xfrm>
              <a:off x="4472473" y="4757585"/>
              <a:ext cx="0" cy="595466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847AB30A-EC1A-4613-A683-19F977220AD1}"/>
                </a:ext>
              </a:extLst>
            </p:cNvPr>
            <p:cNvCxnSpPr>
              <a:cxnSpLocks/>
            </p:cNvCxnSpPr>
            <p:nvPr/>
          </p:nvCxnSpPr>
          <p:spPr>
            <a:xfrm>
              <a:off x="4276725" y="4819650"/>
              <a:ext cx="190986" cy="53816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09FB4BED-5129-40EA-99CA-E9FB4E47DFFF}"/>
              </a:ext>
            </a:extLst>
          </p:cNvPr>
          <p:cNvGrpSpPr/>
          <p:nvPr/>
        </p:nvGrpSpPr>
        <p:grpSpPr>
          <a:xfrm>
            <a:off x="3237909" y="5384706"/>
            <a:ext cx="5359393" cy="535243"/>
            <a:chOff x="3416304" y="5370257"/>
            <a:chExt cx="5359393" cy="535243"/>
          </a:xfrm>
        </p:grpSpPr>
        <p:sp>
          <p:nvSpPr>
            <p:cNvPr id="36" name="화살표: 오른쪽 35">
              <a:extLst>
                <a:ext uri="{FF2B5EF4-FFF2-40B4-BE49-F238E27FC236}">
                  <a16:creationId xmlns:a16="http://schemas.microsoft.com/office/drawing/2014/main" id="{6C614380-0597-421A-A731-A7AEADA7BBD6}"/>
                </a:ext>
              </a:extLst>
            </p:cNvPr>
            <p:cNvSpPr/>
            <p:nvPr/>
          </p:nvSpPr>
          <p:spPr>
            <a:xfrm>
              <a:off x="6362700" y="5370257"/>
              <a:ext cx="2412997" cy="5352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Downstream</a:t>
              </a:r>
              <a:endParaRPr lang="ko-KR" altLang="en-US" dirty="0"/>
            </a:p>
          </p:txBody>
        </p:sp>
        <p:sp>
          <p:nvSpPr>
            <p:cNvPr id="38" name="화살표: 오른쪽 37">
              <a:extLst>
                <a:ext uri="{FF2B5EF4-FFF2-40B4-BE49-F238E27FC236}">
                  <a16:creationId xmlns:a16="http://schemas.microsoft.com/office/drawing/2014/main" id="{7301CFB6-2D9E-42EA-BB87-5273007B3EA9}"/>
                </a:ext>
              </a:extLst>
            </p:cNvPr>
            <p:cNvSpPr/>
            <p:nvPr/>
          </p:nvSpPr>
          <p:spPr>
            <a:xfrm flipH="1">
              <a:off x="3416304" y="5370257"/>
              <a:ext cx="2412997" cy="5352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Upstream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59977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B67089C-2C48-4FC5-98AA-B952B7B09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1160463"/>
            <a:ext cx="4605724" cy="494823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D175583-8E8E-46A5-97D7-41750CC8C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124" y="1706022"/>
            <a:ext cx="5981700" cy="189497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516604D-1A8C-4EEA-898B-36DC633F2D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124" y="4146551"/>
            <a:ext cx="5981700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263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223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49</Words>
  <Application>Microsoft Office PowerPoint</Application>
  <PresentationFormat>와이드스크린</PresentationFormat>
  <Paragraphs>16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류지현</dc:creator>
  <cp:lastModifiedBy>류지현</cp:lastModifiedBy>
  <cp:revision>6</cp:revision>
  <dcterms:created xsi:type="dcterms:W3CDTF">2020-10-16T06:46:49Z</dcterms:created>
  <dcterms:modified xsi:type="dcterms:W3CDTF">2020-10-16T09:12:24Z</dcterms:modified>
</cp:coreProperties>
</file>